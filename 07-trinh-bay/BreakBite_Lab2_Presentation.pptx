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baonv0817/PRM323-Lab2-Group2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12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.png"/><Relationship Id="rId10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11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3.png"/><Relationship Id="rId7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5.png"/><Relationship Id="rId10" Type="http://schemas.openxmlformats.org/officeDocument/2006/relationships/image" Target="../media/image34.png"/><Relationship Id="rId4" Type="http://schemas.openxmlformats.org/officeDocument/2006/relationships/image" Target="../media/image3.png"/><Relationship Id="rId9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18.pn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42.png"/><Relationship Id="rId12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13.png"/><Relationship Id="rId5" Type="http://schemas.openxmlformats.org/officeDocument/2006/relationships/image" Target="../media/image2.png"/><Relationship Id="rId10" Type="http://schemas.openxmlformats.org/officeDocument/2006/relationships/image" Target="../media/image44.png"/><Relationship Id="rId4" Type="http://schemas.openxmlformats.org/officeDocument/2006/relationships/image" Target="../media/image40.png"/><Relationship Id="rId9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9.png"/><Relationship Id="rId3" Type="http://schemas.openxmlformats.org/officeDocument/2006/relationships/image" Target="../media/image18.png"/><Relationship Id="rId7" Type="http://schemas.openxmlformats.org/officeDocument/2006/relationships/image" Target="../media/image3.png"/><Relationship Id="rId12" Type="http://schemas.openxmlformats.org/officeDocument/2006/relationships/image" Target="../media/image4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47.png"/><Relationship Id="rId5" Type="http://schemas.openxmlformats.org/officeDocument/2006/relationships/image" Target="../media/image45.png"/><Relationship Id="rId10" Type="http://schemas.openxmlformats.org/officeDocument/2006/relationships/image" Target="../media/image46.png"/><Relationship Id="rId4" Type="http://schemas.openxmlformats.org/officeDocument/2006/relationships/image" Target="../media/image19.png"/><Relationship Id="rId9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1.png"/><Relationship Id="rId4" Type="http://schemas.openxmlformats.org/officeDocument/2006/relationships/image" Target="../media/image5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Segoe UI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Segoe UI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phase có sản phẩm kiểm chứng được và một gate; trình bày theo đúng thứ tự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00-quy-trinh/01-QUY-TRINH-UIUX.md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06040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G1 · Có điều kiện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5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G2 · 5 / 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7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59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G4 · Có điều kiện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91C1C"/>
                </a:solidFill>
                <a:latin typeface="Calibri"/>
              </a:rPr>
              <a:t>G5 · Chưa test người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không thay phỏng vấn, usability test hay quyết định; phần chưa có bằng chứng ghi rõ là giả định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học trên campus có lịch học dày thường không mua kịp đồ ăn trong 15 phút nghỉ giữa hai slot, vì xếp hàng ở căn tin dồn đúng giờ nghỉ chung và tốn gần hết thời gian,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Xếp hàng gần hết 15 phút nghỉ, 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Các hướng đã cân nhắc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Khó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tuỳ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chỉnh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topping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và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hiện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trạng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thái</a:t>
                      </a:r>
                      <a:r>
                        <a:rPr sz="1300" b="0" dirty="0">
                          <a:solidFill>
                            <a:srgbClr val="622B14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622B14"/>
                          </a:solidFill>
                          <a:latin typeface="Calibri"/>
                        </a:rPr>
                        <a:t>đơn</a:t>
                      </a:r>
                      <a:endParaRPr sz="1300" b="0" dirty="0">
                        <a:solidFill>
                          <a:srgbClr val="622B1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01-P0-y-tuong/01-p0-problem-framing.md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chủ quán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02-P1-nghien-cuu/02-research.md · 02-P1-nghien-cuu/04-ai-persona-interviews.md · 02-P1-nghien-cuu/khao-sat/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KHẢO SÁT GOOGLE FORM · CHẠY THỬ 20 PHẢN HỒI MÔ PHỎNG (SIM-S01…S20)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02-P1-nghien-cuu/01-p1-research.md mục 3 · 03-P2-ux-design/02-persona-mapping.xlsx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03-P2-ux-design/01-persona.md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học trên campus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Học nhiều slot liền, nghỉ 15 phút giữa hai slot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đi xe buýt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03-P2-ux-design/03-p2-ux-design.md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(03-P2-ux-design/02-persona-mapping.xlsx).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1 · 05-P4-ui-design/02-screens-s09-s30.md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lỗi; ảnh là màn Figma thật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03-P2-ux-design/04-user-flow.md mục 2 · Figma Page 01 (UF · F1–F3)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Dưới 35 giây, tối đa 8 chạm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81328"/>
            <a:ext cx="526694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72814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Chạm combo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814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1534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1481328"/>
            <a:ext cx="526694" cy="1170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8228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8228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6948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1481328"/>
            <a:ext cx="526694" cy="11704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3643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Thanh toán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3643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2363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2363" y="1481328"/>
            <a:ext cx="526694" cy="11704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19057" y="168249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9057" y="188366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7777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7777" y="1481328"/>
            <a:ext cx="526694" cy="117043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2807208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31520" y="2944368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2944368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3101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21608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Mã sai báo lỗi ngay tại giỏ hàng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2871216"/>
            <a:ext cx="526694" cy="11704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72814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Chọn món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2814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61534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2871216"/>
            <a:ext cx="526694" cy="1170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8228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8228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6948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2871216"/>
            <a:ext cx="526694" cy="11704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03643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Nhập mã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3643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2363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363" y="2871216"/>
            <a:ext cx="526694" cy="11704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19057" y="307238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Mã hết hạn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9057" y="327355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7777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7777" y="2871216"/>
            <a:ext cx="526694" cy="117043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548640" y="4197096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731520" y="4334256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31520" y="4334256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700016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111496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Giỏ hàng được giữ, đơn vẫn được tạo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46120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261104"/>
            <a:ext cx="526694" cy="11704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772814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Tiền mặt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72814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61534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1534" y="4261104"/>
            <a:ext cx="526694" cy="11704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488228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Huỷ đơn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8228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76948" y="4261104"/>
            <a:ext cx="180066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6948" y="4261104"/>
            <a:ext cx="1800664" cy="11704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77613" y="446227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 huỷ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77613" y="46634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66333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6333" y="4261104"/>
            <a:ext cx="526694" cy="117043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F4–F13, đăng nhập và ba flow người bán nằm ở Figma Page 01, mỗi flow có điểm chạm, nhánh lỗi, đầu vào và đầu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02 · Figma Page 02 (WF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23444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8928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08" y="1417320"/>
            <a:ext cx="123444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2186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17320"/>
            <a:ext cx="1234440" cy="2743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4456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417320"/>
            <a:ext cx="123444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87044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1417320"/>
            <a:ext cx="1234440" cy="2743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1963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1417320"/>
            <a:ext cx="1234440" cy="2743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5222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1417320"/>
            <a:ext cx="1234440" cy="2743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8480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8088" y="1417320"/>
            <a:ext cx="1234440" cy="27432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5120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 · FIGMA PAGE 02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Khung xám cho cả S01–S30 và app người bán, không màu, chỉ thứ bậc khối và một nút chính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120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 · FIGMA PAGE 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F4–F13: sửa và huỷ đơn, lịch sử, yêu thích, hồ sơ, thông báo, quán đóng, món hết, đánh giá, mất mạng, đang tải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08-ai-log/01-ai-design-log.md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dirty="0">
                <a:solidFill>
                  <a:srgbClr val="622B14"/>
                </a:solidFill>
                <a:latin typeface="Segoe UI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 dirty="0">
                <a:solidFill>
                  <a:srgbClr val="6B5F55"/>
                </a:solidFill>
                <a:latin typeface="Calibri"/>
              </a:rPr>
              <a:t>Persona,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màu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chữ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nguyên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tắc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thiết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kế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(DP1–DP8)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viết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trước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khi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5F55"/>
                </a:solidFill>
                <a:latin typeface="Calibri"/>
              </a:rPr>
              <a:t>mở</a:t>
            </a:r>
            <a:r>
              <a:rPr sz="1200" b="0" dirty="0">
                <a:solidFill>
                  <a:srgbClr val="6B5F55"/>
                </a:solidFill>
                <a:latin typeface="Calibri"/>
              </a:rPr>
              <a:t>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04-P3-ui-concept/02-p3-ui-concept-style-guide.md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33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463040"/>
            <a:ext cx="5124659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2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08-ai-log/01-ai-design-log.md · 05-P4-ui-design/05-design-decisions.md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04-P3-ui-concept/01-DESIGN.md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Segoe UI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05-P4-ui-design/06-phan-bien-giao-dien/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217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Segoe UI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Segoe UI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05-P4-ui-design/02-screens-s09-s30.md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33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05-P4-ui-design/03-kitchen-app.md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Pain point của khách và màn hình xử lý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Đặt từ lớp, hẹn giờ nhận, nhận bằng mã QR, không xếp hàng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Không biết quán còn mở, còn món, bao lâu xong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Trạng thái quán và món hiện ngay, gợi ý món thay, giờ dự kiến sẵn sàng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S19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Ngại phí ẩn, tổng tiền chỉ hiện ở bước cuối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Giá cộng dồn trên nút, tổng chi tiết từ giỏ, mã giảm giá rõ ràng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4526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Lỗi thanh toán, thao tác một tay và phía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03-P2-ux-design/05-anh-xa-painpoint-man-hinh.md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Lỗi thanh toán làm mất giỏ hàng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Giữ giỏ hàng, thử lại hoặc trả tiền mặt tại Kiosk, báo mất kết nối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S06-ERR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S07-CASH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Nút nhỏ, khó bấm một tay khi đi bộ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Vùng bấm từ 48 dp, nút chính ở đáy màn, một nút cam mỗi màn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62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Người bán: khách đứng chờ kiểm tra chuyển khoản, huỷ khi món đã nấu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Đơn đã thanh toán hiện sẵn, quét QR giao món, hộp thoại từ chối đơn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K05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10450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10450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13193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K12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943600"/>
            <a:ext cx="11109960" cy="347472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77240" y="5943600"/>
            <a:ext cx="10652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22B14"/>
                </a:solidFill>
                <a:latin typeface="Calibri"/>
              </a:rPr>
              <a:t>Nguồn pain point: 03-P2-ux-design/01-persona.md và 02-P1-nghien-cuu/02-research.md; dữ liệu persona là giả định, chờ khảo sát thật.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Bản vẽ trong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page, từ user flow tới prototype chạy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PRM323 (bản copy) · assets/figma/boards/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61188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01 · User flow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Storyboard F1–F13, đăng nhập, người bán, bảng ánh xạ pain 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17320"/>
            <a:ext cx="3611880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79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02 · Wireframe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Khung xám cho S01–S30 và K01–K15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417320"/>
            <a:ext cx="361188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246120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03 · Final UI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v2, bản 360 và 412 dp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3611880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04 · Design system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Token màu, chữ, khoảng cách, bo góc, 27 icon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3813048"/>
            <a:ext cx="3611880" cy="1783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7679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05 · Component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Chip, NavBar, Card, nút; mọi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19" y="3813048"/>
            <a:ext cx="361188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46719" y="564184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06 · Prototype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nối liên kết, 17 điểm bắt đầu để Present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từng flow bằng Present trên Page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03, 06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220 liên kết trên 58 khung, 17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đang tải tự chuyển sau 1,2 giây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S02 đặt nhanh từ Trang chủ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S08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K1 · K01 người bán nhận đơn và chuẩn bị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bấm combo → thêm vào giỏ → thanh toán → đang tải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05-P4-ui-design/05-design-decisions.md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217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06-P5-kiem-thu-ban-giao/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7 / 7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3 chạm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06-P5-kiem-thu-ban-giao/03-flutter-handoff.md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>
                    <a:solidFill>
                      <a:srgbClr val="FF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Tự chấm theo Quality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00-quy-trinh/04-quy-chuan-ux-ui.md · skills/ · 00-quy-trinh/05-TIEN-DO.md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5109</Words>
  <Application>Microsoft Office PowerPoint</Application>
  <PresentationFormat>Widescreen</PresentationFormat>
  <Paragraphs>791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Babluokei4</cp:lastModifiedBy>
  <cp:revision>3</cp:revision>
  <dcterms:created xsi:type="dcterms:W3CDTF">2013-01-27T09:14:16Z</dcterms:created>
  <dcterms:modified xsi:type="dcterms:W3CDTF">2026-10-23T21:25:56Z</dcterms:modified>
  <cp:category/>
</cp:coreProperties>
</file>