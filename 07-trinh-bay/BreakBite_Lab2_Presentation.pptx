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1.png"/><Relationship Id="rId5" Type="http://schemas.openxmlformats.org/officeDocument/2006/relationships/image" Target="../media/image11.png"/><Relationship Id="rId6" Type="http://schemas.openxmlformats.org/officeDocument/2006/relationships/image" Target="../media/image32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8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2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.png"/><Relationship Id="rId10" Type="http://schemas.openxmlformats.org/officeDocument/2006/relationships/image" Target="../media/image44.png"/><Relationship Id="rId11" Type="http://schemas.openxmlformats.org/officeDocument/2006/relationships/image" Target="../media/image13.png"/><Relationship Id="rId12" Type="http://schemas.openxmlformats.org/officeDocument/2006/relationships/image" Target="../media/image16.png"/><Relationship Id="rId1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5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34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image1.png"/><Relationship Id="rId6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00-quy-trinh/01-QUY-TRINH-UIUX.md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học trên campus có lịch học dày thường không mua kịp đồ ăn trong 15 phút nghỉ giữa hai slot, vì xếp hàng ở căn tin dồn đúng giờ nghỉ chung và tốn gần hết thời gian,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Xếp hàng gần hết 15 phút nghỉ, 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1097280"/>
                <a:gridCol w="822960"/>
                <a:gridCol w="443484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02-P1-nghien-cuu/02-research.md · 02-P1-nghien-cuu/04-ai-persona-interviews.md · 02-P1-nghien-cuu/khao-sat/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3 · 03-P2-ux-design/02-persona-mapping.xlsx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03-P2-ux-design/01-persona.md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học trên campus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Học nhiều slot liền, nghỉ 15 phút giữa hai slot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đi xe buýt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03-P2-ux-design/03-p2-ux-design.md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3931920"/>
                <a:gridCol w="516636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(03-P2-ux-design/02-persona-mapping.xlsx).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1 · 05-P4-ui-design/02-screens-s09-s30.md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02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08-ai-log/01-ai-design-log.md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04-P3-ui-concept/02-p3-ui-concept-style-guide.md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463040"/>
            <a:ext cx="5124659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12648"/>
                <a:gridCol w="612648"/>
                <a:gridCol w="603504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· 05-P4-ui-design/05-design-decisions.md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05-P4-ui-design/06-phan-bien-giao-dien/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05-P4-ui-design/02-screens-s09-s30.md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05-P4-ui-design/03-kitchen-app.md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03-P2-ux-design/01-persona.md và 02-P1-nghien-cuu/02-research.md;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05-P4-ui-design/05-design-decisions.md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06-P5-kiem-thu-ban-giao/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06-P5-kiem-thu-ban-giao/03-flutter-handoff.md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00-quy-trinh/04-quy-chuan-ux-ui.md · skills/ · 00-quy-trinh/05-TIEN-DO.md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00-quy-trinh/05-TIEN-DO.md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(Page 06)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Segoe UI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